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1498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Cleaning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Records: 200</a:t>
            </a:r>
          </a:p>
          <a:p>
            <a:r>
              <a:rPr dirty="0"/>
              <a:t>Missing values: 0</a:t>
            </a:r>
          </a:p>
          <a:p>
            <a:r>
              <a:rPr dirty="0"/>
              <a:t>Duplicates: 0</a:t>
            </a:r>
          </a:p>
          <a:p>
            <a:r>
              <a:rPr dirty="0"/>
              <a:t>Data types were already consistent.</a:t>
            </a:r>
          </a:p>
          <a:p>
            <a:r>
              <a:rPr dirty="0"/>
              <a:t>No missing values or duplicate records required removal.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34030"/>
          </a:xfrm>
        </p:spPr>
        <p:txBody>
          <a:bodyPr>
            <a:normAutofit fontScale="90000"/>
          </a:bodyPr>
          <a:lstStyle/>
          <a:p>
            <a:r>
              <a:rPr dirty="0"/>
              <a:t>Clustering 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677212"/>
            <a:ext cx="8229600" cy="3751868"/>
          </a:xfrm>
        </p:spPr>
        <p:txBody>
          <a:bodyPr/>
          <a:lstStyle/>
          <a:p>
            <a:r>
              <a:rPr dirty="0"/>
              <a:t>Features: Age, </a:t>
            </a:r>
            <a:r>
              <a:rPr dirty="0" err="1"/>
              <a:t>Workouts_per_Week</a:t>
            </a:r>
            <a:r>
              <a:rPr dirty="0"/>
              <a:t>, </a:t>
            </a:r>
            <a:r>
              <a:rPr dirty="0" err="1"/>
              <a:t>Avg_Session_Duration_Min</a:t>
            </a:r>
            <a:r>
              <a:rPr dirty="0"/>
              <a:t>, </a:t>
            </a:r>
            <a:r>
              <a:rPr dirty="0" err="1"/>
              <a:t>Steps_per_Day</a:t>
            </a:r>
            <a:endParaRPr dirty="0"/>
          </a:p>
          <a:p>
            <a:r>
              <a:rPr dirty="0"/>
              <a:t>Standardized numeric variables.</a:t>
            </a:r>
          </a:p>
          <a:p>
            <a:r>
              <a:rPr dirty="0"/>
              <a:t>Applied K-Means clustering.</a:t>
            </a:r>
          </a:p>
          <a:p>
            <a:r>
              <a:rPr dirty="0"/>
              <a:t>Optimal k = 4 using silhouette score.</a:t>
            </a:r>
          </a:p>
        </p:txBody>
      </p:sp>
      <p:pic>
        <p:nvPicPr>
          <p:cNvPr id="4" name="Picture 3" descr="silhouet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5571" y="1008668"/>
            <a:ext cx="2884602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592532" cy="5257800"/>
          </a:xfrm>
        </p:spPr>
        <p:txBody>
          <a:bodyPr>
            <a:normAutofit fontScale="92500" lnSpcReduction="10000"/>
          </a:bodyPr>
          <a:lstStyle/>
          <a:p>
            <a:r>
              <a:rPr dirty="0"/>
              <a:t>           Age  </a:t>
            </a:r>
            <a:r>
              <a:rPr dirty="0" err="1"/>
              <a:t>Workouts_per_Week</a:t>
            </a:r>
            <a:r>
              <a:rPr dirty="0"/>
              <a:t>  </a:t>
            </a:r>
            <a:r>
              <a:rPr dirty="0" err="1"/>
              <a:t>Avg_Session_Duration_Min</a:t>
            </a:r>
            <a:r>
              <a:rPr dirty="0"/>
              <a:t>  </a:t>
            </a:r>
            <a:r>
              <a:rPr dirty="0" err="1"/>
              <a:t>Steps_per_Day</a:t>
            </a:r>
            <a:endParaRPr dirty="0"/>
          </a:p>
          <a:p>
            <a:r>
              <a:rPr dirty="0"/>
              <a:t>Cluster                                                                   </a:t>
            </a:r>
          </a:p>
          <a:p>
            <a:r>
              <a:rPr dirty="0"/>
              <a:t>0        32.73               2.13                     46.14        4659.54</a:t>
            </a:r>
          </a:p>
          <a:p>
            <a:r>
              <a:rPr dirty="0"/>
              <a:t>1        46.63               1.18                     40.03       11247.37</a:t>
            </a:r>
          </a:p>
          <a:p>
            <a:r>
              <a:rPr dirty="0"/>
              <a:t>2        28.41               4.61                     51.58       11215.71</a:t>
            </a:r>
          </a:p>
          <a:p>
            <a:r>
              <a:rPr dirty="0"/>
              <a:t>3        51.38               4.97                     35.36        8065.43</a:t>
            </a:r>
          </a:p>
        </p:txBody>
      </p:sp>
      <p:pic>
        <p:nvPicPr>
          <p:cNvPr id="4" name="Picture 3" descr="clus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4557" y="207389"/>
            <a:ext cx="2438400" cy="1828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110</Words>
  <Application>Microsoft Office PowerPoint</Application>
  <PresentationFormat>On-screen Show (4:3)</PresentationFormat>
  <Paragraphs>18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Data Cleaning</vt:lpstr>
      <vt:lpstr>Clustering Methodology</vt:lpstr>
      <vt:lpstr>Key Findings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Gurmukh Kalar</cp:lastModifiedBy>
  <cp:revision>2</cp:revision>
  <dcterms:created xsi:type="dcterms:W3CDTF">2013-01-27T09:14:16Z</dcterms:created>
  <dcterms:modified xsi:type="dcterms:W3CDTF">2026-06-06T23:59:00Z</dcterms:modified>
  <cp:category/>
</cp:coreProperties>
</file>